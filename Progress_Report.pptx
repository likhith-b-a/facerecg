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Masked-Face Staff Entry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DE8F2"/>
                </a:solidFill>
              </a:rPr>
              <a:t>Progress Report —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Recognising individuals from partial or occluded face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▸  Staff entry-control system that recognises individuals from partial or occluded face regions (surgical mask, hair cap).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▸  Current phase delivers a working proof-of-concept covering: face detection, embedding, open-set matching, staff enrollment, a live entry-monitoring camera, and an administrative dashboard for authorization management and audit logging.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Approved scope implemented and executable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058400" cy="548640"/>
          </a:xfrm>
          <a:prstGeom prst="round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7040879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404040"/>
                </a:solidFill>
              </a:rPr>
              <a:t>▸  Remaining work: threshold calibration against real staff data, handling of concurrent unknown detections, and expanded field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Implementation and Functional Progress</a:t>
            </a:r>
          </a:p>
          <a:p>
            <a:r>
              <a:rPr sz="1400" i="1">
                <a:solidFill>
                  <a:srgbClr val="DDE8F2"/>
                </a:solidFill>
              </a:rPr>
              <a:t>Modules Delivered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320"/>
                <a:gridCol w="2734320"/>
                <a:gridCol w="5717214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Detection + Embedding + Matching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face_engine.py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Core recognition logic: RetinaFace detection, FaceNet embedding, cosine-similarity open-set matching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Storage layer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db.py, schema.sql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SQLite persistence for staff, embeddings, and entry logs (WAL mode)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config.py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Centralized tunables: thresholds, camera settings, capture parameters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Enrollment capture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capture_utils.py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Standalone webcam burst-capture window (8 photos), subprocess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Live entry monitor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entry_monitor.py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Real-time camera loop: detect, embed, match, draw decision, debounced logging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Admin dashboard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Home.py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Streamlit entrypoint, model warm-up, summary metrics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Staff registration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pages/1_Register_Staff.py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Guided burst-capture enrollment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Authorization management UI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pages/2_Manage_Authorization.py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List staff, toggle authorization, delete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Entry log 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pages/3_Entry_Logs.py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04040"/>
                          </a:solidFill>
                        </a:rPr>
                        <a:t>Filterable log table with decision counts and snapshot preview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Working modules representing ~50% of the approved project scope, all executable end-to-end.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2.2 System Architecture</a:t>
            </a:r>
          </a:p>
        </p:txBody>
      </p:sp>
      <p:sp>
        <p:nvSpPr>
          <p:cNvPr id="4" name="Chevron 3"/>
          <p:cNvSpPr/>
          <p:nvPr/>
        </p:nvSpPr>
        <p:spPr>
          <a:xfrm>
            <a:off x="868680" y="1371600"/>
            <a:ext cx="10424160" cy="566928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Webcam burst capture (enrollment) or live camera feed (entry)</a:t>
            </a:r>
          </a:p>
        </p:txBody>
      </p:sp>
      <p:sp>
        <p:nvSpPr>
          <p:cNvPr id="5" name="Chevron 4"/>
          <p:cNvSpPr/>
          <p:nvPr/>
        </p:nvSpPr>
        <p:spPr>
          <a:xfrm>
            <a:off x="868680" y="2048256"/>
            <a:ext cx="10424160" cy="56692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Face detection — RetinaFace, occlusion-tuned confidence threshold</a:t>
            </a:r>
          </a:p>
        </p:txBody>
      </p:sp>
      <p:sp>
        <p:nvSpPr>
          <p:cNvPr id="6" name="Chevron 5"/>
          <p:cNvSpPr/>
          <p:nvPr/>
        </p:nvSpPr>
        <p:spPr>
          <a:xfrm>
            <a:off x="868680" y="2724912"/>
            <a:ext cx="10424160" cy="566928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Embedding generation — FaceNet InceptionResnetV1, 512-d, L2-normalized</a:t>
            </a:r>
          </a:p>
        </p:txBody>
      </p:sp>
      <p:sp>
        <p:nvSpPr>
          <p:cNvPr id="7" name="Chevron 6"/>
          <p:cNvSpPr/>
          <p:nvPr/>
        </p:nvSpPr>
        <p:spPr>
          <a:xfrm>
            <a:off x="868680" y="3401568"/>
            <a:ext cx="10424160" cy="56692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Open-set matching — cosine similarity, per-person maximum</a:t>
            </a:r>
          </a:p>
        </p:txBody>
      </p:sp>
      <p:sp>
        <p:nvSpPr>
          <p:cNvPr id="8" name="Chevron 7"/>
          <p:cNvSpPr/>
          <p:nvPr/>
        </p:nvSpPr>
        <p:spPr>
          <a:xfrm>
            <a:off x="868680" y="4078224"/>
            <a:ext cx="10424160" cy="566928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Decision (AUTHORIZED / DENIED / UNKNOWN) logged to SQLite with a snapshot</a:t>
            </a:r>
          </a:p>
        </p:txBody>
      </p:sp>
      <p:sp>
        <p:nvSpPr>
          <p:cNvPr id="9" name="Chevron 8"/>
          <p:cNvSpPr/>
          <p:nvPr/>
        </p:nvSpPr>
        <p:spPr>
          <a:xfrm>
            <a:off x="868680" y="4754880"/>
            <a:ext cx="10424160" cy="56692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Reviewed via the Streamlit 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Streamlit admin app and standalone entry-monitor camera loop run concurrently against the same SQLite database, coordinated via Write-Ahead Logging (WAL)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2.3 Remaining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</a:rPr>
              <a:t>▸  Calibration of the match threshold against real enrolled-staff data (tool built; awaiting sufficient enrolled staff).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</a:rPr>
              <a:t>▸  Handling of multiple concurrent unrecognized individuals (currently a single global cooldown bucket).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</a:rPr>
              <a:t>▸  Extended field testing across varied lighting, angles, and occlusion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3. Technical Accuracy and Use of Best Practices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9938"/>
                <a:gridCol w="6425916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RetinaFace for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Selected specifically for robustness to facial occlusion (mask, cap), rather than a generic detector.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Detector confidence threshold lowered to 0.6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Occluded faces consistently scored below the typical 0.9 default, causing missed detections.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FaceNet (InceptionResnetV1, pretrained VGGFace2)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Carried forward from prior model comparison as the highest-performing embedding model.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Input pipeline: 160x160 resize, (pixel-127.5)/128.0 normalization, L2-normalized 512-d output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Matches facenet-pytorch's expected input specification exactly.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Open-set cosine-similarity matching (max similarity per person)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Allows new staff to be enrolled without retraining any model, unlike a closed-set classifier.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Background-thread detection worker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Keeps the live video preview rendering at camera frame rate while the slower, CPU-bound detect+embed pass runs asynchronously.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Centralized configuration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</a:rPr>
                        <a:t>All tunables (thresholds, paths, capture parameters) live in one place rather than as scattered magic numbers.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4.1 Interim Results — Baseline (Prior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404040"/>
                </a:solidFill>
              </a:rPr>
              <a:t>▸  Five model architectures evaluated for partial-face recognition on a custom dataset (423 original images, augmented to 2,202 via rotation, shear, zoom, horizontal flip, and brightness range adjustments).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404040"/>
                </a:solidFill>
              </a:rPr>
              <a:t>▸  FaceNet achieved the strongest result and was carried forward into this implementation.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017520"/>
          <a:ext cx="1118585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7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Original dataset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423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Augmented dataset size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2,202 images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Best-performing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FaceNet (InceptionResnetV1)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Training accuracy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97.7%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Validation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04040"/>
                          </a:solidFill>
                        </a:rPr>
                        <a:t>85.5%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4.2–4.3 Current POC Configuration &amp; Interim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8585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Embedding dimension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Fixed (FaceNet output)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Detector confidence threshold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0.6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Tuned for occlusion, empirically set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Minimum images to enroll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3 successful detections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Configured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Burst capture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8 photos at 1.2s interval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Configured</a:t>
                      </a:r>
                    </a:p>
                  </a:txBody>
                  <a:tcPr anchor="ctr">
                    <a:solidFill>
                      <a:srgbClr val="DDE8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65760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Interim System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115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404040"/>
                </a:solidFill>
              </a:rPr>
              <a:t>▸  Entry-logs dashboard produces live, interpretable metrics for every recognition attempt: AUTHORIZED / DENIED / UNKNOWN counts, filterable by date and staff name, each with an associated snapshot image for audit and verification.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404040"/>
                </a:solidFill>
              </a:rPr>
              <a:t>▸  Dedicated calibration tool computes genuine-pair vs. impostor-pair cosine-similarity statistics (min, mean, max, std) from enrolled staff embeddings, producing a data-driven threshold recommendation.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404040"/>
                </a:solidFill>
              </a:rPr>
              <a:t>▸  Scheduled as the next data-collection milestone once a representative set of staff has been enrolled.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5. Problem-Solving and Technical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</a:rPr>
              <a:t>Occluded faces missed by the detector</a:t>
            </a:r>
          </a:p>
          <a:p>
            <a:r>
              <a:rPr sz="1200">
                <a:solidFill>
                  <a:srgbClr val="404040"/>
                </a:solidFill>
              </a:rPr>
              <a:t>Problem: Default RetinaFace confidence threshold (0.9) rejected masked/capped faces, which scored lower confidence than unoccluded faces.</a:t>
            </a:r>
          </a:p>
          <a:p>
            <a:r>
              <a:rPr sz="1200" b="1">
                <a:solidFill>
                  <a:srgbClr val="1E7A34"/>
                </a:solidFill>
              </a:rPr>
              <a:t>Fix: Lowered detector confidence threshold to 0.6, restoring detection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39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</a:rPr>
              <a:t>Streamlit's built-in camera input unsuitable for burst enrollment</a:t>
            </a:r>
          </a:p>
          <a:p>
            <a:r>
              <a:rPr sz="1200">
                <a:solidFill>
                  <a:srgbClr val="404040"/>
                </a:solidFill>
              </a:rPr>
              <a:t>Problem: st.camera_input captures only a single shot per rerun, too limited for an eight-photo enrollment burst with live feedback.</a:t>
            </a:r>
          </a:p>
          <a:p>
            <a:r>
              <a:rPr sz="1200" b="1">
                <a:solidFill>
                  <a:srgbClr val="1E7A34"/>
                </a:solidFill>
              </a:rPr>
              <a:t>Fix: Built standalone OpenCV subprocess (capture_utils.py) with live preview and countdown.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</a:rPr>
              <a:t>Live video preview freezing during recognition</a:t>
            </a:r>
          </a:p>
          <a:p>
            <a:r>
              <a:rPr sz="1200">
                <a:solidFill>
                  <a:srgbClr val="404040"/>
                </a:solidFill>
              </a:rPr>
              <a:t>Problem: Synchronous detect+embed on every frame would block the video feed (CPU-bound, slow).</a:t>
            </a:r>
          </a:p>
          <a:p>
            <a:r>
              <a:rPr sz="1200" b="1">
                <a:solidFill>
                  <a:srgbClr val="1E7A34"/>
                </a:solidFill>
              </a:rPr>
              <a:t>Fix: Moved detection/embedding to a background thread; main loop always renders latest completed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Open Issue — Identified, Not Yet Resolved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2377440"/>
          </a:xfrm>
          <a:prstGeom prst="roundRect">
            <a:avLst/>
          </a:prstGeom>
          <a:solidFill>
            <a:srgbClr val="FCEFD8"/>
          </a:solidFill>
          <a:ln w="19050">
            <a:solidFill>
              <a:srgbClr val="D9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1900">
                <a:solidFill>
                  <a:srgbClr val="664400"/>
                </a:solidFill>
              </a:rPr>
              <a:t>A single global cooldown bucket for unrecognized individuals means two different unknown people appearing in quick succession may only be logged once.</a:t>
            </a:r>
          </a:p>
          <a:p>
            <a:pPr algn="ctr"/>
            <a:r>
              <a:rPr sz="1500" b="1">
                <a:solidFill>
                  <a:srgbClr val="1F4E79"/>
                </a:solidFill>
              </a:rPr>
              <a:t>Documented as a known limitation — planned for the next iteration.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